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jpg"/><Relationship Id="rId4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Relationship Id="rId6" Type="http://schemas.openxmlformats.org/officeDocument/2006/relationships/image" Target="../media/image1.png"/><Relationship Id="rId7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6.jpg"/><Relationship Id="rId4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openxmlformats.org/officeDocument/2006/relationships/image" Target="../media/image20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4.png"/><Relationship Id="rId4" Type="http://schemas.openxmlformats.org/officeDocument/2006/relationships/image" Target="../media/image1.png"/><Relationship Id="rId5" Type="http://schemas.openxmlformats.org/officeDocument/2006/relationships/image" Target="../media/image3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1_img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3017520" cy="1737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661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529B"/>
                </a:solidFill>
                <a:latin typeface="Calibri"/>
              </a:defRPr>
            </a:pPr>
            <a:r>
              <a:t>GUATEMALA, C.A.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206240"/>
            <a:ext cx="2103120" cy="381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0A2F5C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Calibri"/>
              </a:defRPr>
            </a:pPr>
            <a:r>
              <a:t>Presentación Institucional Formal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3_img1_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age3_img6_2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TU VOZ Y TU PARTICIPACIÓN</a:t>
            </a:r>
            <a:br/>
            <a:r>
              <a:t>TRANSFORMAN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2004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¡ÚNETE AL VOLUNTARIADO CÍVICO ELECTORAL!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0" y="0"/>
            <a:ext cx="8531352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¿SABÍAS QUE...?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Mediante el Acuerdo 297-2011, se creó la Red de Voluntariados Electorales para promover y fortalecer la participación ciudadana en la juventud guatemalteca.</a:t>
            </a:r>
          </a:p>
          <a:p>
            <a:pPr algn="l">
              <a:spcAft>
                <a:spcPts val="600"/>
              </a:spcAft>
              <a:defRPr sz="2000" b="1">
                <a:solidFill>
                  <a:srgbClr val="FFE664"/>
                </a:solidFill>
                <a:latin typeface="Calibri"/>
              </a:defRPr>
            </a:pPr>
            <a:r>
              <a:t>💡 ¡Tu voz sí hace la diferencia!</a:t>
            </a:r>
          </a:p>
        </p:txBody>
      </p:sp>
      <p:pic>
        <p:nvPicPr>
          <p:cNvPr id="6" name="Picture 5" descr="page4_img5_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"/>
            <a:ext cx="5029200" cy="5029200"/>
          </a:xfrm>
          <a:prstGeom prst="rect">
            <a:avLst/>
          </a:prstGeom>
        </p:spPr>
      </p:pic>
      <p:pic>
        <p:nvPicPr>
          <p:cNvPr id="7" name="Picture 6" descr="page3_img6_2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0A23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6952" cy="685800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900000">
            <a:off x="4572000" y="457200"/>
            <a:ext cx="457200" cy="5486400"/>
          </a:xfrm>
          <a:prstGeom prst="rect">
            <a:avLst/>
          </a:prstGeom>
          <a:solidFill>
            <a:srgbClr val="4B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¿QUÉ ES EL VOLUNTARIADO</a:t>
            </a:r>
            <a:br/>
            <a:r>
              <a:t>CÍVICO ELECTORAL?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Es un programa impulsado por el Tribunal Supremo Electoral, que busca fortalecer la participación ciudadana y la formación cívica en la juventud guatemalteca.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Se conforma por jóvenes, comprometidos con la construcción de una sociedad más justa, inclusiva y democrática.</a:t>
            </a:r>
          </a:p>
          <a:p>
            <a:pPr>
              <a:spcAft>
                <a:spcPts val="1200"/>
              </a:spcAft>
              <a:defRPr sz="1400">
                <a:solidFill>
                  <a:srgbClr val="FFFFFF"/>
                </a:solidFill>
                <a:latin typeface="Calibri"/>
              </a:defRPr>
            </a:pPr>
            <a:r>
              <a:t>• Este voluntariado se sustenta en valores democráticos como el respeto, la responsabilidad, la equidad, la solidaridad, la honestidad, la transparencia y el compromiso ciudadano.</a:t>
            </a:r>
          </a:p>
        </p:txBody>
      </p:sp>
      <p:pic>
        <p:nvPicPr>
          <p:cNvPr id="7" name="Picture 6" descr="page5_img1_6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57200"/>
            <a:ext cx="6400800" cy="3200400"/>
          </a:xfrm>
          <a:prstGeom prst="rect">
            <a:avLst/>
          </a:prstGeom>
        </p:spPr>
      </p:pic>
      <p:pic>
        <p:nvPicPr>
          <p:cNvPr id="8" name="Picture 7" descr="page5_img3_6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2926080"/>
            <a:ext cx="1828800" cy="1645920"/>
          </a:xfrm>
          <a:prstGeom prst="rect">
            <a:avLst/>
          </a:prstGeom>
        </p:spPr>
      </p:pic>
      <p:pic>
        <p:nvPicPr>
          <p:cNvPr id="9" name="Picture 8" descr="page5_img4_66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926080"/>
            <a:ext cx="1828800" cy="1645920"/>
          </a:xfrm>
          <a:prstGeom prst="rect">
            <a:avLst/>
          </a:prstGeom>
        </p:spPr>
      </p:pic>
      <p:pic>
        <p:nvPicPr>
          <p:cNvPr id="10" name="Picture 9" descr="page5_img10_7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0" y="2926080"/>
            <a:ext cx="1828800" cy="164592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ge1_img1_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pic>
        <p:nvPicPr>
          <p:cNvPr id="16" name="Picture 15" descr="page3_img6_28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VCE: 2011-2023, MÁS DE UNA DÉCADA DE CRECIMIENTO</a:t>
            </a:r>
          </a:p>
        </p:txBody>
      </p:sp>
      <p:pic>
        <p:nvPicPr>
          <p:cNvPr id="3" name="Picture 2" descr="page6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1247120" cy="4572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page7_img1_10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114800" cy="63093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0" y="274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A2F5C"/>
                </a:solidFill>
                <a:latin typeface="Calibri"/>
              </a:defRPr>
            </a:pPr>
            <a:r>
              <a:t>¿QUIÉNES PUEDEN SER VOLUNTARIOS/AS?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37160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El Voluntariado Cívico Electoral está abierto a jóvenes, idealmente entre 18 y 30 años.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Tengan actitud de servicio y compromiso con su comunidad.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Que impulsen soluciones sociales y promuevan la cultura de paz.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Respeten la diversidad y a todas las personas sin prejuicios.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Dispongan de tiempo para participar en las actividades cuando sean convocados.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Desean aprender, crecer y aportar con entusiasmo.</a:t>
            </a:r>
          </a:p>
          <a:p>
            <a:pPr>
              <a:spcAft>
                <a:spcPts val="600"/>
              </a:spcAft>
              <a:defRPr sz="1400">
                <a:solidFill>
                  <a:srgbClr val="323232"/>
                </a:solidFill>
                <a:latin typeface="Calibri"/>
              </a:defRPr>
            </a:pPr>
            <a:r>
              <a:t>• Se identifiquen con los valores del Tribunal Supremo Electoral.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5_img4_6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6309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303520" y="27432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PRINCIPALES FUNCIONES DEL VCE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0" y="1371600"/>
            <a:ext cx="6400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Impulsar la participación ciudadana, especialmente en el segmento joven de la población.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Informar y orientar a la ciudadanía votante en los procesos electorales.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Brindar asistencia a las personas que requieren asistencia y acompañamiento el día de las votaciones.</a:t>
            </a:r>
          </a:p>
          <a:p>
            <a:pPr>
              <a:spcAft>
                <a:spcPts val="14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Ser agentes multiplicadores de información oficial del TSE.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pic>
        <p:nvPicPr>
          <p:cNvPr id="10" name="Picture 9" descr="page3_img6_2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¿QUÉ ACTIVIDADES SE DESARROLLAN EN TIEMPO NO ELECTORAL?</a:t>
            </a:r>
          </a:p>
        </p:txBody>
      </p:sp>
      <p:pic>
        <p:nvPicPr>
          <p:cNvPr id="3" name="Picture 2" descr="page9_img2_13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114800" cy="3657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0" y="1645920"/>
            <a:ext cx="594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Formación cívica electoral permanente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Acompañamiento en las campañas de empadronamiento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Producciones de audiovisuales para fomentar la participación de la juventud</a:t>
            </a:r>
          </a:p>
          <a:p>
            <a:pPr>
              <a:spcAft>
                <a:spcPts val="12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• Divulgación en Redes Sociales para promover las actividades del TSE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pic>
        <p:nvPicPr>
          <p:cNvPr id="10" name="Picture 9" descr="page3_img6_2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Calibri"/>
              </a:defRPr>
            </a:pPr>
            <a:r>
              <a:t>¿QUÉ ACTIVIDADES SE DESARROLLAN EN TIEMPO ELECTORAL?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371600"/>
            <a:ext cx="5303520" cy="4114800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914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ANTES DE LAS ELECCIONES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Caminatas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Kioskos</a:t>
            </a:r>
          </a:p>
          <a:p>
            <a:pPr>
              <a:spcAft>
                <a:spcPts val="10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• Promoción del voto consciente informado y cultura de paz</a:t>
            </a:r>
          </a:p>
        </p:txBody>
      </p:sp>
      <p:pic>
        <p:nvPicPr>
          <p:cNvPr id="6" name="Picture 5" descr="page10_img5_14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097280"/>
            <a:ext cx="1371600" cy="9144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0" y="1371600"/>
            <a:ext cx="5303520" cy="4114800"/>
          </a:xfrm>
          <a:prstGeom prst="rect">
            <a:avLst/>
          </a:prstGeom>
          <a:solidFill>
            <a:srgbClr val="4682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463040"/>
            <a:ext cx="914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EL DÍA DE LAS ELECCIONES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Apoyar a los adultos mayores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Personas con discapacidad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Mujeres embarazadas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Personas con niños en brazos</a:t>
            </a:r>
          </a:p>
          <a:p>
            <a:pPr>
              <a:spcAft>
                <a:spcPts val="800"/>
              </a:spcAft>
              <a:defRPr sz="1300">
                <a:solidFill>
                  <a:srgbClr val="FFFFFF"/>
                </a:solidFill>
                <a:latin typeface="Calibri"/>
              </a:defRPr>
            </a:pPr>
            <a:r>
              <a:t>• Brindar acompañamiento y asistencia a la ciudadanía en general</a:t>
            </a:r>
          </a:p>
        </p:txBody>
      </p:sp>
      <p:pic>
        <p:nvPicPr>
          <p:cNvPr id="10" name="Picture 9" descr="page10_img6_14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097280"/>
            <a:ext cx="1371600" cy="9144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3657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2F5C"/>
                </a:solidFill>
                <a:latin typeface="Calibri"/>
              </a:defRPr>
            </a:pPr>
            <a:r>
              <a:t>¿CÓMO PUEDES SUMARTE?</a:t>
            </a:r>
          </a:p>
        </p:txBody>
      </p:sp>
      <p:pic>
        <p:nvPicPr>
          <p:cNvPr id="3" name="Picture 2" descr="page11_img2_15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36576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5669280" y="1645920"/>
            <a:ext cx="548640" cy="548640"/>
          </a:xfrm>
          <a:prstGeom prst="ellipse">
            <a:avLst/>
          </a:prstGeom>
          <a:solidFill>
            <a:srgbClr val="4B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2F5C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4592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Llena el formulario como interesado/a para formar parte del VCE</a:t>
            </a:r>
          </a:p>
        </p:txBody>
      </p:sp>
      <p:sp>
        <p:nvSpPr>
          <p:cNvPr id="7" name="Oval 6"/>
          <p:cNvSpPr/>
          <p:nvPr/>
        </p:nvSpPr>
        <p:spPr>
          <a:xfrm>
            <a:off x="5669280" y="2743200"/>
            <a:ext cx="548640" cy="548640"/>
          </a:xfrm>
          <a:prstGeom prst="ellipse">
            <a:avLst/>
          </a:prstGeom>
          <a:solidFill>
            <a:srgbClr val="4B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0" y="27432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2F5C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7432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Cuando el curso esté habilitado, recibirás una notificación para que lo realices en línea</a:t>
            </a:r>
          </a:p>
        </p:txBody>
      </p:sp>
      <p:sp>
        <p:nvSpPr>
          <p:cNvPr id="10" name="Oval 9"/>
          <p:cNvSpPr/>
          <p:nvPr/>
        </p:nvSpPr>
        <p:spPr>
          <a:xfrm>
            <a:off x="5669280" y="3840480"/>
            <a:ext cx="548640" cy="548640"/>
          </a:xfrm>
          <a:prstGeom prst="ellipse">
            <a:avLst/>
          </a:prstGeom>
          <a:solidFill>
            <a:srgbClr val="4B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38404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A2F5C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84048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0000"/>
                </a:solidFill>
                <a:latin typeface="Calibri"/>
              </a:defRPr>
            </a:pPr>
            <a:r>
              <a:t>Al aprobarlo, estarás acreditado/a oficialmente como voluntario/a cívico electoral</a:t>
            </a:r>
          </a:p>
        </p:txBody>
      </p:sp>
      <p:pic>
        <p:nvPicPr>
          <p:cNvPr id="13" name="Picture 12" descr="page11_img6_16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0" y="4114800"/>
            <a:ext cx="182880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0" y="457200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1">
                <a:solidFill>
                  <a:srgbClr val="000000"/>
                </a:solidFill>
                <a:latin typeface="Calibri"/>
              </a:defRPr>
            </a:pPr>
            <a:r>
              <a:t>Envía un mensaje a Voluntariado Cívico Electoral por WhatsApp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88952" cy="3566160"/>
          </a:xfrm>
          <a:prstGeom prst="rect">
            <a:avLst/>
          </a:prstGeom>
          <a:solidFill>
            <a:srgbClr val="4BC0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Calibri"/>
              </a:defRPr>
            </a:pPr>
            <a:r>
              <a:t>¿Y DESPUÉS DEL CURSO?</a:t>
            </a:r>
          </a:p>
        </p:txBody>
      </p:sp>
      <p:pic>
        <p:nvPicPr>
          <p:cNvPr id="4" name="Picture 3" descr="page12_img5_17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371600"/>
            <a:ext cx="2286000" cy="2286000"/>
          </a:xfrm>
          <a:prstGeom prst="rect">
            <a:avLst/>
          </a:prstGeom>
        </p:spPr>
      </p:pic>
      <p:pic>
        <p:nvPicPr>
          <p:cNvPr id="5" name="Picture 4" descr="page5_img3_6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13716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7160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Dejarás de ser espectador para convertirte en protagonista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Podrás participar en Actividades, eventos y campañas de promoción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529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4572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BENEFICIOS DE PERTENECER AL VCE</a:t>
            </a:r>
          </a:p>
        </p:txBody>
      </p:sp>
      <p:pic>
        <p:nvPicPr>
          <p:cNvPr id="3" name="Picture 2" descr="page5_img3_6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45920"/>
            <a:ext cx="4572000" cy="411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0" y="4572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Te formas y aprendes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7772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F"/>
                </a:solidFill>
                <a:latin typeface="Calibri"/>
              </a:defRPr>
            </a:pPr>
            <a:r>
              <a:t>Recibes una certificación oficial del Tribunal Supremo Electoral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Desarrollas habilidades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87451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F"/>
                </a:solidFill>
                <a:latin typeface="Calibri"/>
              </a:defRPr>
            </a:pPr>
            <a:r>
              <a:t>Como hablar en público, trabajar en equipo, liderazgo e incidencia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2651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Eres parte de una familia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0" y="29718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F"/>
                </a:solidFill>
                <a:latin typeface="Calibri"/>
              </a:defRPr>
            </a:pPr>
            <a:r>
              <a:t>Integras una red de jóvenes comprometidos a nivel nacional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Participas en espacios democráticos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0690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F"/>
                </a:solidFill>
                <a:latin typeface="Calibri"/>
              </a:defRPr>
            </a:pPr>
            <a:r>
              <a:t>Te involucras en actividades cívicas y electorales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Enriqueces tu hoja de vida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516635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8E6FF"/>
                </a:solidFill>
                <a:latin typeface="Calibri"/>
              </a:defRPr>
            </a:pPr>
            <a:r>
              <a:t>Obtienes un diploma y carta de recomendación institucional por tu servicio y experiencia como voluntario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El VCE es ese espacio donde tu voz se escucha y tu participación ¡transforma la sociedad!</a:t>
            </a:r>
          </a:p>
        </p:txBody>
      </p:sp>
      <p:pic>
        <p:nvPicPr>
          <p:cNvPr id="3" name="Picture 2" descr="page14_img7_22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011680"/>
            <a:ext cx="5760720" cy="36576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pic>
        <p:nvPicPr>
          <p:cNvPr id="9" name="Picture 8" descr="page3_img6_28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ANFITRIONES DEL EVENTO ELECTORAL</a:t>
            </a:r>
          </a:p>
        </p:txBody>
      </p:sp>
      <p:pic>
        <p:nvPicPr>
          <p:cNvPr id="3" name="Picture 2" descr="page16_img1_23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3657600" cy="5029200"/>
          </a:xfrm>
          <a:prstGeom prst="rect">
            <a:avLst/>
          </a:prstGeom>
        </p:spPr>
      </p:pic>
      <p:pic>
        <p:nvPicPr>
          <p:cNvPr id="4" name="Picture 3" descr="page16_img2_234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1645920"/>
            <a:ext cx="3657600" cy="4114800"/>
          </a:xfrm>
          <a:prstGeom prst="rect">
            <a:avLst/>
          </a:prstGeom>
        </p:spPr>
      </p:pic>
      <p:pic>
        <p:nvPicPr>
          <p:cNvPr id="5" name="Picture 4" descr="page16_img3_235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0" y="914400"/>
            <a:ext cx="3657600" cy="5029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15_img1_22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880"/>
            <a:ext cx="5669280" cy="5943600"/>
          </a:xfrm>
          <a:prstGeom prst="rect">
            <a:avLst/>
          </a:prstGeom>
        </p:spPr>
      </p:pic>
      <p:pic>
        <p:nvPicPr>
          <p:cNvPr id="3" name="Picture 2" descr="page15_img2_228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731520"/>
            <a:ext cx="54864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4864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17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82880"/>
            <a:ext cx="11247120" cy="59436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age1_img1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  <a:latin typeface="Calibri"/>
              </a:defRPr>
            </a:pPr>
            <a:r>
              <a:t>ÚNETE AL VOLUNTARIADO CÍVICO ELECTORAL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C8E6FF"/>
                </a:solidFill>
                <a:latin typeface="Calibri"/>
              </a:defRPr>
            </a:pPr>
            <a:r>
              <a:t>¡INSCRÍBETE!</a:t>
            </a:r>
          </a:p>
        </p:txBody>
      </p:sp>
      <p:pic>
        <p:nvPicPr>
          <p:cNvPr id="4" name="Picture 3" descr="page11_img6_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017520" cy="3017520"/>
          </a:xfrm>
          <a:prstGeom prst="rect">
            <a:avLst/>
          </a:prstGeom>
        </p:spPr>
      </p:pic>
      <p:pic>
        <p:nvPicPr>
          <p:cNvPr id="5" name="Picture 4" descr="page19_r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1645920"/>
            <a:ext cx="6675120" cy="438912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52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09360"/>
            <a:ext cx="3200400" cy="548640"/>
          </a:xfrm>
          <a:prstGeom prst="rect">
            <a:avLst/>
          </a:prstGeom>
          <a:solidFill>
            <a:srgbClr val="F5F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ge1_img1_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6327648"/>
            <a:ext cx="1097280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6327648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 b="1">
                <a:solidFill>
                  <a:srgbClr val="00529B"/>
                </a:solidFill>
                <a:latin typeface="Calibri"/>
              </a:defRPr>
            </a:pPr>
            <a:r>
              <a:t>TRIBUNAL SUPREMO ELECTORAL</a:t>
            </a:r>
            <a:br/>
            <a:r>
              <a:t>GUATEMALA, C.A.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6355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Voluntariado Cívico Electoral</a:t>
            </a:r>
          </a:p>
        </p:txBody>
      </p:sp>
      <p:pic>
        <p:nvPicPr>
          <p:cNvPr id="11" name="Picture 10" descr="page3_img6_28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0" y="18288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34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20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ge20_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457200"/>
            <a:ext cx="8503920" cy="5486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0529B"/>
                </a:solidFill>
                <a:latin typeface="Calibri"/>
              </a:defRPr>
            </a:pPr>
            <a:r>
              <a:t>Tribunal Supremo Electoral - Guatemala, C.A.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F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¡GRACIAS!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C8E6FF"/>
                </a:solidFill>
                <a:latin typeface="Calibri"/>
              </a:defRPr>
            </a:pPr>
            <a:r>
              <a:t>Tu voz y tu participación transforman Guatemala</a:t>
            </a:r>
          </a:p>
        </p:txBody>
      </p:sp>
      <p:pic>
        <p:nvPicPr>
          <p:cNvPr id="4" name="Picture 3" descr="page1_img1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657600"/>
            <a:ext cx="2103120" cy="1188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Voluntariado Cívico Electoral | Tribunal Supremo Electoral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